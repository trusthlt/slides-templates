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slideLayouts/slideLayout1.xml" ContentType="application/vnd.openxmlformats-officedocument.presentationml.slideLayout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presentation.xml" ContentType="application/vnd.openxmlformats-officedocument.presentationml.presentation.main+xml"/>
  <Override PartName="/ppt/theme/theme2.xml" ContentType="application/vnd.openxmlformats-officedocument.them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slideMasters/slideMaster1.xml" ContentType="application/vnd.openxmlformats-officedocument.presentationml.slideMaster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6"/>
  </p:notesMasterIdLst>
  <p:sldIdLst>
    <p:sldId id="256" r:id="rId4"/>
    <p:sldId id="257" r:id="rId5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 /><Relationship Id="rId8" Type="http://schemas.openxmlformats.org/officeDocument/2006/relationships/tableStyles" Target="tableStyles.xml" /><Relationship Id="rId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D18BFA-C7D9-FF37-A266-BFA923BAA5A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B7EA9DC-D5C8-6170-9A84-CEC2ED290BB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media1.svg"/><Relationship Id="rId4" Type="http://schemas.openxmlformats.org/officeDocument/2006/relationships/image" Target="../media/image2.png"/><Relationship Id="rId5" Type="http://schemas.openxmlformats.org/officeDocument/2006/relationships/image" Target="../media/media2.svg"/><Relationship Id="rId6" Type="http://schemas.openxmlformats.org/officeDocument/2006/relationships/image" Target="../media/image3.png"/><Relationship Id="rId7" Type="http://schemas.openxmlformats.org/officeDocument/2006/relationships/image" Target="../media/media3.sv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media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2852767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390524" y="369887"/>
            <a:ext cx="8468699" cy="23875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 algn="l">
              <a:defRPr sz="4800"/>
            </a:lvl1pPr>
            <a:lvl2pPr algn="l">
              <a:defRPr sz="2800"/>
            </a:lvl2pPr>
            <a:lvl3pPr algn="l">
              <a:defRPr sz="2800"/>
            </a:lvl3pPr>
            <a:lvl4pPr algn="l">
              <a:defRPr sz="2800"/>
            </a:lvl4pPr>
            <a:lvl5pPr algn="l">
              <a:defRPr sz="2800"/>
            </a:lvl5pPr>
            <a:lvl6pPr algn="l">
              <a:defRPr sz="2800"/>
            </a:lvl6pPr>
            <a:lvl7pPr algn="l">
              <a:defRPr sz="2800"/>
            </a:lvl7pPr>
            <a:lvl8pPr algn="l">
              <a:defRPr sz="2800"/>
            </a:lvl8pPr>
            <a:lvl9pPr algn="l">
              <a:defRPr sz="2800"/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55043742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390524" y="2774156"/>
            <a:ext cx="8468699" cy="1245393"/>
          </a:xfrm>
        </p:spPr>
        <p:txBody>
          <a:bodyPr/>
          <a:lstStyle>
            <a:lvl1pPr marL="0" indent="0" algn="l">
              <a:buNone/>
              <a:defRPr sz="2800">
                <a:solidFill>
                  <a:srgbClr val="8DAE10"/>
                </a:solidFill>
              </a:defRPr>
            </a:lvl1pPr>
            <a:lvl2pPr marL="457200" indent="0" algn="l">
              <a:buNone/>
              <a:defRPr sz="2400">
                <a:solidFill>
                  <a:srgbClr val="8DAE10"/>
                </a:solidFill>
              </a:defRPr>
            </a:lvl2pPr>
            <a:lvl3pPr marL="914400" indent="0" algn="l">
              <a:buNone/>
              <a:defRPr sz="2200">
                <a:solidFill>
                  <a:srgbClr val="8DAE10"/>
                </a:solidFill>
              </a:defRPr>
            </a:lvl3pPr>
            <a:lvl4pPr marL="1371600" indent="0" algn="l">
              <a:buNone/>
              <a:defRPr sz="2000">
                <a:solidFill>
                  <a:srgbClr val="8DAE10"/>
                </a:solidFill>
              </a:defRPr>
            </a:lvl4pPr>
            <a:lvl5pPr marL="1828800" indent="0" algn="l">
              <a:buNone/>
              <a:defRPr sz="2000">
                <a:solidFill>
                  <a:srgbClr val="8DAE10"/>
                </a:solidFill>
              </a:defRPr>
            </a:lvl5pPr>
            <a:lvl6pPr marL="2286000" indent="0" algn="l">
              <a:buNone/>
              <a:defRPr sz="2000">
                <a:solidFill>
                  <a:srgbClr val="8DAE10"/>
                </a:solidFill>
              </a:defRPr>
            </a:lvl6pPr>
            <a:lvl7pPr marL="2743200" indent="0" algn="l">
              <a:buNone/>
              <a:defRPr sz="2000">
                <a:solidFill>
                  <a:srgbClr val="8DAE10"/>
                </a:solidFill>
              </a:defRPr>
            </a:lvl7pPr>
            <a:lvl8pPr marL="3200400" indent="0" algn="l">
              <a:buNone/>
              <a:defRPr sz="2000">
                <a:solidFill>
                  <a:srgbClr val="8DAE10"/>
                </a:solidFill>
              </a:defRPr>
            </a:lvl8pPr>
            <a:lvl9pPr marL="3657600" indent="0" algn="l">
              <a:buNone/>
              <a:defRPr sz="2000">
                <a:solidFill>
                  <a:srgbClr val="8DAE10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pic>
        <p:nvPicPr>
          <p:cNvPr id="1142675236" name=""/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 flipH="0" flipV="0">
            <a:off x="8811562" y="6228746"/>
            <a:ext cx="3133273" cy="290341"/>
          </a:xfrm>
          <a:prstGeom prst="rect">
            <a:avLst/>
          </a:prstGeom>
        </p:spPr>
      </p:pic>
      <p:sp>
        <p:nvSpPr>
          <p:cNvPr id="768534249" name=""/>
          <p:cNvSpPr txBox="1"/>
          <p:nvPr/>
        </p:nvSpPr>
        <p:spPr bwMode="auto">
          <a:xfrm rot="0" flipH="0" flipV="0">
            <a:off x="390523" y="5695767"/>
            <a:ext cx="7451660" cy="823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>
                <a:latin typeface="RubFlama Light"/>
                <a:ea typeface="RubFlama Light"/>
                <a:cs typeface="RubFlama Light"/>
              </a:rPr>
              <a:t>www.trusthlt.org</a:t>
            </a:r>
            <a:endParaRPr sz="1600">
              <a:latin typeface="RubFlama Light"/>
              <a:cs typeface="RubFlama Light"/>
            </a:endParaRPr>
          </a:p>
          <a:p>
            <a:pPr>
              <a:defRPr/>
            </a:pPr>
            <a:r>
              <a:rPr sz="1600">
                <a:latin typeface="RubFlama Light"/>
                <a:ea typeface="RubFlama Light"/>
                <a:cs typeface="RubFlama Light"/>
              </a:rPr>
              <a:t>Chair of Trustworthy Human Language Technologies (TrustHLT)</a:t>
            </a:r>
            <a:endParaRPr sz="1600">
              <a:latin typeface="RubFlama Light"/>
              <a:ea typeface="RubFlama Light"/>
              <a:cs typeface="RubFlama Light"/>
            </a:endParaRPr>
          </a:p>
          <a:p>
            <a:pPr>
              <a:defRPr/>
            </a:pPr>
            <a:r>
              <a:rPr sz="1600">
                <a:latin typeface="RubFlama Light"/>
                <a:ea typeface="RubFlama Light"/>
                <a:cs typeface="RubFlama Light"/>
              </a:rPr>
              <a:t>Ruhr University Bochu &amp; Research Center Trustworthy Data Science and Security</a:t>
            </a:r>
            <a:endParaRPr sz="1600">
              <a:latin typeface="RubFlama Light"/>
              <a:cs typeface="RubFlama Light"/>
            </a:endParaRPr>
          </a:p>
        </p:txBody>
      </p:sp>
      <p:pic>
        <p:nvPicPr>
          <p:cNvPr id="514587850" name=""/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 bwMode="auto">
          <a:xfrm flipH="0" flipV="0">
            <a:off x="9397716" y="5452062"/>
            <a:ext cx="2547119" cy="487410"/>
          </a:xfrm>
          <a:prstGeom prst="rect">
            <a:avLst/>
          </a:prstGeom>
        </p:spPr>
      </p:pic>
      <p:pic>
        <p:nvPicPr>
          <p:cNvPr id="1415915008" name=""/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/>
        </p:blipFill>
        <p:spPr bwMode="auto">
          <a:xfrm flipH="0" flipV="0">
            <a:off x="9597351" y="4314825"/>
            <a:ext cx="2347483" cy="77152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76260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6189490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1482871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Dr. John Doe: Mid term talk</a:t>
            </a:r>
            <a:endParaRPr/>
          </a:p>
        </p:txBody>
      </p:sp>
      <p:sp>
        <p:nvSpPr>
          <p:cNvPr id="58485784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087835501" name="Content Placeholder 7"/>
          <p:cNvSpPr>
            <a:spLocks noGrp="1"/>
          </p:cNvSpPr>
          <p:nvPr>
            <p:ph sz="quarter"/>
          </p:nvPr>
        </p:nvSpPr>
        <p:spPr bwMode="auto">
          <a:xfrm rot="0" flipH="0" flipV="0">
            <a:off x="8811599" y="991377"/>
            <a:ext cx="3086205" cy="5295122"/>
          </a:xfrm>
        </p:spPr>
        <p:txBody>
          <a:bodyPr/>
          <a:lstStyle>
            <a:lvl1pPr>
              <a:defRPr sz="1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  <a:lvl6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6pPr>
            <a:lvl7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7pPr>
            <a:lvl8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8pPr>
            <a:lvl9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9pPr>
          </a:lstStyle>
          <a:p>
            <a:pPr marL="0" lvl="0" indent="0">
              <a:buFont typeface="Arial"/>
              <a:buNone/>
              <a:defRPr/>
            </a:pPr>
            <a:r>
              <a:rPr/>
              <a:t>Place for references</a:t>
            </a:r>
            <a:endParaRPr/>
          </a:p>
        </p:txBody>
      </p:sp>
      <p:sp>
        <p:nvSpPr>
          <p:cNvPr id="1734605054" name=""/>
          <p:cNvSpPr txBox="1"/>
          <p:nvPr/>
        </p:nvSpPr>
        <p:spPr bwMode="auto">
          <a:xfrm rot="0" flipH="0" flipV="0">
            <a:off x="7204059" y="6433682"/>
            <a:ext cx="321508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>
                <a:latin typeface="RubFlama Light"/>
                <a:ea typeface="RubFlama Light"/>
                <a:cs typeface="RubFlama Light"/>
              </a:rPr>
              <a:t>TrustHLT </a:t>
            </a:r>
            <a:r>
              <a:rPr sz="1600">
                <a:latin typeface="RubFlama Light"/>
                <a:ea typeface="RubFlama Light"/>
                <a:cs typeface="RubFlama Light"/>
              </a:rPr>
              <a:t>—</a:t>
            </a:r>
            <a:r>
              <a:rPr sz="1600">
                <a:latin typeface="RubFlama Light"/>
                <a:ea typeface="RubFlama Light"/>
                <a:cs typeface="RubFlama Light"/>
              </a:rPr>
              <a:t> Prof. Dr. Ivan Habernal</a:t>
            </a:r>
            <a:endParaRPr sz="1600">
              <a:latin typeface="RubFlama Light"/>
              <a:cs typeface="RubFlama Light"/>
            </a:endParaRPr>
          </a:p>
        </p:txBody>
      </p:sp>
      <p:pic>
        <p:nvPicPr>
          <p:cNvPr id="1386997680" name=""/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 bwMode="auto">
          <a:xfrm>
            <a:off x="10481581" y="6418938"/>
            <a:ext cx="1543050" cy="2952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9334231" name="Title Placeholder 1"/>
          <p:cNvSpPr>
            <a:spLocks noGrp="1"/>
          </p:cNvSpPr>
          <p:nvPr>
            <p:ph type="title"/>
          </p:nvPr>
        </p:nvSpPr>
        <p:spPr bwMode="auto">
          <a:xfrm flipH="0" flipV="0">
            <a:off x="294194" y="306808"/>
            <a:ext cx="11603611" cy="5484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1pPr>
            <a:lvl2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2pPr>
            <a:lvl3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3pPr>
            <a:lvl4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4pPr>
            <a:lvl5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5pPr>
            <a:lvl6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6pPr>
            <a:lvl7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7pPr>
            <a:lvl8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8pPr>
            <a:lvl9pPr>
              <a:defRPr sz="3000" b="1">
                <a:solidFill>
                  <a:srgbClr val="003860"/>
                </a:solidFill>
                <a:latin typeface="RubFlama"/>
                <a:ea typeface="RubFlama"/>
                <a:cs typeface="RubFlama"/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45402613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294194" y="991377"/>
            <a:ext cx="8412630" cy="52951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sz="2400">
                <a:latin typeface="RubFlama Light"/>
                <a:ea typeface="RubFlama Light"/>
                <a:cs typeface="RubFlama Light"/>
              </a:defRPr>
            </a:lvl1pPr>
            <a:lvl2pPr>
              <a:defRPr sz="2200">
                <a:latin typeface="RubFlama Light"/>
                <a:ea typeface="RubFlama Light"/>
                <a:cs typeface="RubFlama Light"/>
              </a:defRPr>
            </a:lvl2pPr>
            <a:lvl3pPr>
              <a:defRPr sz="1800">
                <a:latin typeface="RubFlama Light"/>
                <a:ea typeface="RubFlama Light"/>
                <a:cs typeface="RubFlama Light"/>
              </a:defRPr>
            </a:lvl3pPr>
            <a:lvl4pPr>
              <a:defRPr sz="1600">
                <a:latin typeface="RubFlama Light"/>
                <a:ea typeface="RubFlama Light"/>
                <a:cs typeface="RubFlama Light"/>
              </a:defRPr>
            </a:lvl4pPr>
            <a:lvl5pPr>
              <a:defRPr sz="1600">
                <a:latin typeface="RubFlama Light"/>
                <a:ea typeface="RubFlama Light"/>
                <a:cs typeface="RubFlama Light"/>
              </a:defRPr>
            </a:lvl5pPr>
            <a:lvl6pPr>
              <a:defRPr sz="1600">
                <a:latin typeface="RubFlama Light"/>
                <a:ea typeface="RubFlama Light"/>
                <a:cs typeface="RubFlama Light"/>
              </a:defRPr>
            </a:lvl6pPr>
            <a:lvl7pPr>
              <a:defRPr sz="1600">
                <a:latin typeface="RubFlama Light"/>
                <a:ea typeface="RubFlama Light"/>
                <a:cs typeface="RubFlama Light"/>
              </a:defRPr>
            </a:lvl7pPr>
            <a:lvl8pPr>
              <a:defRPr sz="1600">
                <a:latin typeface="RubFlama Light"/>
                <a:ea typeface="RubFlama Light"/>
                <a:cs typeface="RubFlama Light"/>
              </a:defRPr>
            </a:lvl8pPr>
            <a:lvl9pPr>
              <a:defRPr sz="1600">
                <a:latin typeface="RubFlama Light"/>
                <a:ea typeface="RubFlama Light"/>
                <a:cs typeface="RubFlama Light"/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</p:txBody>
      </p:sp>
      <p:sp>
        <p:nvSpPr>
          <p:cNvPr id="1942908782" name="Footer Placeholder 4"/>
          <p:cNvSpPr>
            <a:spLocks noGrp="1"/>
          </p:cNvSpPr>
          <p:nvPr>
            <p:ph type="ftr" sz="quarter" idx="3"/>
          </p:nvPr>
        </p:nvSpPr>
        <p:spPr bwMode="auto">
          <a:xfrm flipH="0" flipV="0">
            <a:off x="905849" y="6418939"/>
            <a:ext cx="6124574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1pPr>
            <a:lvl2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2pPr>
            <a:lvl3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3pPr>
            <a:lvl4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4pPr>
            <a:lvl5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5pPr>
            <a:lvl6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6pPr>
            <a:lvl7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7pPr>
            <a:lvl8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8pPr>
            <a:lvl9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9pPr>
          </a:lstStyle>
          <a:p>
            <a:pPr>
              <a:defRPr/>
            </a:pPr>
            <a:r>
              <a:rPr/>
              <a:t>Dr. John Doe: Mid term talk</a:t>
            </a:r>
            <a:endParaRPr/>
          </a:p>
        </p:txBody>
      </p:sp>
      <p:sp>
        <p:nvSpPr>
          <p:cNvPr id="2140012337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 flipH="0" flipV="0">
            <a:off x="294194" y="6418939"/>
            <a:ext cx="56403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1pPr>
            <a:lvl2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2pPr>
            <a:lvl3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3pPr>
            <a:lvl4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4pPr>
            <a:lvl5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5pPr>
            <a:lvl6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6pPr>
            <a:lvl7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7pPr>
            <a:lvl8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8pPr>
            <a:lvl9pPr algn="l">
              <a:defRPr sz="2200">
                <a:solidFill>
                  <a:schemeClr val="tx1"/>
                </a:solidFill>
                <a:latin typeface="RubFlama Light"/>
                <a:ea typeface="RubFlama Light"/>
                <a:cs typeface="RubFlama Light"/>
              </a:defRPr>
            </a:lvl9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dt="0" ftr="1" hdr="0" sldNum="1"/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9157894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390523" y="369886"/>
            <a:ext cx="8468698" cy="2387598"/>
          </a:xfrm>
        </p:spPr>
        <p:txBody>
          <a:bodyPr/>
          <a:lstStyle>
            <a:lvl1pPr algn="l">
              <a:defRPr sz="4800"/>
            </a:lvl1pPr>
            <a:lvl2pPr algn="l">
              <a:defRPr sz="2800"/>
            </a:lvl2pPr>
            <a:lvl3pPr algn="l">
              <a:defRPr sz="2800"/>
            </a:lvl3pPr>
            <a:lvl4pPr algn="l">
              <a:defRPr sz="2800"/>
            </a:lvl4pPr>
            <a:lvl5pPr algn="l">
              <a:defRPr sz="2800"/>
            </a:lvl5pPr>
            <a:lvl6pPr algn="l">
              <a:defRPr sz="2800"/>
            </a:lvl6pPr>
            <a:lvl7pPr algn="l">
              <a:defRPr sz="2800"/>
            </a:lvl7pPr>
            <a:lvl8pPr algn="l">
              <a:defRPr sz="2800"/>
            </a:lvl8pPr>
            <a:lvl9pPr algn="l">
              <a:defRPr sz="2800"/>
            </a:lvl9pPr>
          </a:lstStyle>
          <a:p>
            <a:pPr>
              <a:defRPr/>
            </a:pPr>
            <a:r>
              <a:rPr lang="en-US" sz="4800" b="1" i="0" u="none" strike="noStrike" cap="none" spc="0">
                <a:solidFill>
                  <a:srgbClr val="003860"/>
                </a:solidFill>
                <a:latin typeface="RubFlama"/>
                <a:ea typeface="RubFlama"/>
                <a:cs typeface="RubFlama"/>
              </a:rPr>
              <a:t>Some fancy title of my presentation</a:t>
            </a:r>
            <a:endParaRPr sz="4800"/>
          </a:p>
        </p:txBody>
      </p:sp>
      <p:sp>
        <p:nvSpPr>
          <p:cNvPr id="69273816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390523" y="2774155"/>
            <a:ext cx="8468698" cy="124539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5000" lnSpcReduction="3000"/>
          </a:bodyPr>
          <a:lstStyle>
            <a:lvl1pPr marL="0" indent="0" algn="l">
              <a:buNone/>
              <a:defRPr sz="2800">
                <a:solidFill>
                  <a:srgbClr val="8DAE10"/>
                </a:solidFill>
              </a:defRPr>
            </a:lvl1pPr>
            <a:lvl2pPr marL="457200" indent="0" algn="l">
              <a:buNone/>
              <a:defRPr sz="2400">
                <a:solidFill>
                  <a:srgbClr val="8DAE10"/>
                </a:solidFill>
              </a:defRPr>
            </a:lvl2pPr>
            <a:lvl3pPr marL="914400" indent="0" algn="l">
              <a:buNone/>
              <a:defRPr sz="2200">
                <a:solidFill>
                  <a:srgbClr val="8DAE10"/>
                </a:solidFill>
              </a:defRPr>
            </a:lvl3pPr>
            <a:lvl4pPr marL="1371600" indent="0" algn="l">
              <a:buNone/>
              <a:defRPr sz="2000">
                <a:solidFill>
                  <a:srgbClr val="8DAE10"/>
                </a:solidFill>
              </a:defRPr>
            </a:lvl4pPr>
            <a:lvl5pPr marL="1828800" indent="0" algn="l">
              <a:buNone/>
              <a:defRPr sz="2000">
                <a:solidFill>
                  <a:srgbClr val="8DAE10"/>
                </a:solidFill>
              </a:defRPr>
            </a:lvl5pPr>
            <a:lvl6pPr marL="2286000" indent="0" algn="l">
              <a:buNone/>
              <a:defRPr sz="2000">
                <a:solidFill>
                  <a:srgbClr val="8DAE10"/>
                </a:solidFill>
              </a:defRPr>
            </a:lvl6pPr>
            <a:lvl7pPr marL="2743200" indent="0" algn="l">
              <a:buNone/>
              <a:defRPr sz="2000">
                <a:solidFill>
                  <a:srgbClr val="8DAE10"/>
                </a:solidFill>
              </a:defRPr>
            </a:lvl7pPr>
            <a:lvl8pPr marL="3200400" indent="0" algn="l">
              <a:buNone/>
              <a:defRPr sz="2000">
                <a:solidFill>
                  <a:srgbClr val="8DAE10"/>
                </a:solidFill>
              </a:defRPr>
            </a:lvl8pPr>
            <a:lvl9pPr marL="3657600" indent="0" algn="l">
              <a:buNone/>
              <a:defRPr sz="2000">
                <a:solidFill>
                  <a:srgbClr val="8DAE10"/>
                </a:solidFill>
              </a:defRPr>
            </a:lvl9pPr>
          </a:lstStyle>
          <a:p>
            <a:pPr>
              <a:defRPr/>
            </a:pPr>
            <a:r>
              <a:rPr lang="en-US" sz="2800" b="0" i="0" u="none" strike="noStrike" cap="none" spc="0">
                <a:solidFill>
                  <a:srgbClr val="8DAE10"/>
                </a:solidFill>
                <a:latin typeface="RubFlama Light"/>
                <a:ea typeface="RubFlama Light"/>
                <a:cs typeface="RubFlama Light"/>
              </a:rPr>
              <a:t>Dr. John Doe</a:t>
            </a:r>
            <a:endParaRPr lang="en-US" sz="2800" b="0" i="0" u="none" strike="noStrike" cap="none" spc="0">
              <a:solidFill>
                <a:srgbClr val="8DAE10"/>
              </a:solidFill>
              <a:latin typeface="RubFlama Light"/>
              <a:cs typeface="RubFlama Light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rgbClr val="8DAE10"/>
                </a:solidFill>
                <a:latin typeface="RubFlama Light"/>
                <a:ea typeface="RubFlama Light"/>
                <a:cs typeface="RubFlama Light"/>
              </a:rPr>
              <a:t>November 29, 2029</a:t>
            </a:r>
            <a:endParaRPr lang="en-US" sz="2800" b="0" i="0" u="none" strike="noStrike" cap="none" spc="0">
              <a:solidFill>
                <a:srgbClr val="8DAE10"/>
              </a:solidFill>
              <a:latin typeface="RubFlama Light"/>
              <a:cs typeface="RubFlama Light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rgbClr val="8DAE10"/>
                </a:solidFill>
                <a:latin typeface="RubFlama Light"/>
                <a:ea typeface="RubFlama Light"/>
                <a:cs typeface="RubFlama Light"/>
              </a:rPr>
              <a:t>ACL conference, Bochum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038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3000" b="1" i="0" u="none" strike="noStrike" cap="none" spc="0">
                <a:solidFill>
                  <a:srgbClr val="003860"/>
                </a:solidFill>
                <a:latin typeface="RubFlama"/>
                <a:ea typeface="RubFlama"/>
                <a:cs typeface="RubFlama"/>
              </a:rPr>
              <a:t>Title of the first slide</a:t>
            </a:r>
            <a:endParaRPr/>
          </a:p>
        </p:txBody>
      </p:sp>
      <p:sp>
        <p:nvSpPr>
          <p:cNvPr id="200399469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2400" b="0" i="0" u="none" strike="noStrike" cap="none" spc="0">
                <a:solidFill>
                  <a:schemeClr val="tx1"/>
                </a:solidFill>
                <a:latin typeface="RubFlama Light"/>
                <a:ea typeface="RubFlama Light"/>
                <a:cs typeface="RubFlama Light"/>
              </a:rPr>
              <a:t>Some bullet points or similar</a:t>
            </a:r>
            <a:endParaRPr lang="en-US" sz="2400" b="0" i="0" u="none" strike="noStrike" cap="none" spc="0">
              <a:solidFill>
                <a:schemeClr val="tx1"/>
              </a:solidFill>
              <a:latin typeface="RubFlama Light"/>
              <a:cs typeface="RubFlama Light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chemeClr val="tx1"/>
                </a:solidFill>
                <a:latin typeface="RubFlama Light"/>
                <a:ea typeface="RubFlama Light"/>
                <a:cs typeface="RubFlama Light"/>
              </a:rPr>
              <a:t>We use the right panel for references (Senge et al., 2022)</a:t>
            </a:r>
            <a:endParaRPr lang="en-US" sz="2400" b="0" i="0" u="none" strike="noStrike" cap="none" spc="0">
              <a:solidFill>
                <a:schemeClr val="tx1"/>
              </a:solidFill>
              <a:latin typeface="RubFlama Light"/>
              <a:cs typeface="RubFlama Light"/>
            </a:endParaRPr>
          </a:p>
          <a:p>
            <a:pPr>
              <a:defRPr/>
            </a:pPr>
            <a:r>
              <a:rPr lang="en-US" sz="2400" b="0" i="0" u="none" strike="noStrike" cap="none" spc="0">
                <a:solidFill>
                  <a:schemeClr val="tx1"/>
                </a:solidFill>
                <a:latin typeface="RubFlama Light"/>
                <a:ea typeface="RubFlama Light"/>
                <a:cs typeface="RubFlama Light"/>
              </a:rPr>
              <a:t>Use the footer for name &amp; title talk, do not change the master slides</a:t>
            </a:r>
            <a:endParaRPr/>
          </a:p>
        </p:txBody>
      </p:sp>
      <p:sp>
        <p:nvSpPr>
          <p:cNvPr id="4148247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Dr. John Doe: Mid term talk</a:t>
            </a:r>
            <a:endParaRPr/>
          </a:p>
        </p:txBody>
      </p:sp>
      <p:sp>
        <p:nvSpPr>
          <p:cNvPr id="86085141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E694E7-1547-8E5D-8459-0C897E88D7B4}" type="slidenum">
              <a:rPr lang="en-US"/>
              <a:t/>
            </a:fld>
            <a:endParaRPr lang="en-US"/>
          </a:p>
        </p:txBody>
      </p:sp>
      <p:sp>
        <p:nvSpPr>
          <p:cNvPr id="1258888457" name="Content Placeholder 7"/>
          <p:cNvSpPr>
            <a:spLocks noGrp="1"/>
          </p:cNvSpPr>
          <p:nvPr>
            <p:ph sz="quarter"/>
          </p:nvPr>
        </p:nvSpPr>
        <p:spPr bwMode="auto">
          <a:xfrm rot="0" flipH="0" flipV="0">
            <a:off x="8811598" y="991377"/>
            <a:ext cx="3086204" cy="5295121"/>
          </a:xfrm>
        </p:spPr>
        <p:txBody>
          <a:bodyPr/>
          <a:lstStyle>
            <a:lvl1pPr>
              <a:defRPr sz="14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  <a:lvl6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6pPr>
            <a:lvl7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7pPr>
            <a:lvl8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8pPr>
            <a:lvl9pPr>
              <a:defRPr sz="900">
                <a:solidFill>
                  <a:schemeClr val="tx1">
                    <a:lumMod val="65000"/>
                    <a:lumOff val="35000"/>
                  </a:schemeClr>
                </a:solidFill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lang="en-US" sz="1400" b="0" i="0" u="none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RubFlama Light"/>
                <a:ea typeface="RubFlama Light"/>
                <a:cs typeface="RubFlama Light"/>
              </a:rPr>
              <a:t>Manuel Senge, Timour Igamberdiev, and Ivan Habernal. 2022. One size does not fit all: Investigating strategies for differentially-private learning across NLP tasks. In Proceedings of the 2022 Conference on Empirical Methods in Natural Language Processing, pages 7340–7353, Abu Dhabi, United Arab Emirates. Association for Computational Linguistics.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ONLYOFFICE/9.1.0.173</Application>
  <PresentationFormat>On-screen Show (4:3)</PresentationFormat>
  <Paragraphs>0</Paragraphs>
  <Slides>2</Slides>
  <Notes>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Theme 1</vt:lpstr>
      <vt:lpstr>Slide 1</vt:lpstr>
      <vt:lpstr>Slide 2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</cp:revision>
  <dcterms:modified xsi:type="dcterms:W3CDTF">2025-12-03T15:12:52Z</dcterms:modified>
</cp:coreProperties>
</file>