
<file path=[Content_Types].xml><?xml version="1.0" encoding="utf-8"?>
<Types xmlns="http://schemas.openxmlformats.org/package/2006/content-types">
  <Default Extension="xml" ContentType="application/xml"/>
  <Default Extension="svg" ContentType="image/svg+xml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presProps.xml" ContentType="application/vnd.openxmlformats-officedocument.presentationml.presProps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tableStyles.xml" ContentType="application/vnd.openxmlformats-officedocument.presentationml.tableStyles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sldSz cx="12192000" cy="6858000"/>
  <p:notesSz cx="6858000" cy="9144000"/>
  <p:defaultTextStyle>
    <a:defPPr>
      <a:defRPr lang="en-US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378" y="90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 /><Relationship Id="rId4" Type="http://schemas.openxmlformats.org/officeDocument/2006/relationships/tableStyles" Target="tableStyles.xml" /><Relationship Id="rId5" Type="http://schemas.openxmlformats.org/officeDocument/2006/relationships/viewProps" Target="viewProps.xml" 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media1.svg"/><Relationship Id="rId4" Type="http://schemas.openxmlformats.org/officeDocument/2006/relationships/image" Target="../media/image2.png"/><Relationship Id="rId5" Type="http://schemas.openxmlformats.org/officeDocument/2006/relationships/image" Target="../media/media2.svg"/><Relationship Id="rId6" Type="http://schemas.openxmlformats.org/officeDocument/2006/relationships/image" Target="../media/image3.png"/><Relationship Id="rId7" Type="http://schemas.openxmlformats.org/officeDocument/2006/relationships/image" Target="../media/media3.svg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media4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29175907" name="Title 1"/>
          <p:cNvSpPr>
            <a:spLocks noGrp="1"/>
          </p:cNvSpPr>
          <p:nvPr>
            <p:ph type="ctrTitle"/>
          </p:nvPr>
        </p:nvSpPr>
        <p:spPr bwMode="auto">
          <a:xfrm flipH="0" flipV="0">
            <a:off x="390524" y="369887"/>
            <a:ext cx="8468699" cy="2387599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>
            <a:lvl1pPr algn="l">
              <a:defRPr sz="4800"/>
            </a:lvl1pPr>
            <a:lvl2pPr algn="l">
              <a:defRPr sz="2800"/>
            </a:lvl2pPr>
            <a:lvl3pPr algn="l">
              <a:defRPr sz="2800"/>
            </a:lvl3pPr>
            <a:lvl4pPr algn="l">
              <a:defRPr sz="2800"/>
            </a:lvl4pPr>
            <a:lvl5pPr algn="l">
              <a:defRPr sz="2800"/>
            </a:lvl5pPr>
            <a:lvl6pPr algn="l">
              <a:defRPr sz="2800"/>
            </a:lvl6pPr>
            <a:lvl7pPr algn="l">
              <a:defRPr sz="2800"/>
            </a:lvl7pPr>
            <a:lvl8pPr algn="l">
              <a:defRPr sz="2800"/>
            </a:lvl8pPr>
            <a:lvl9pPr algn="l">
              <a:defRPr sz="2800"/>
            </a:lvl9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524000899" name="Subtitle 2"/>
          <p:cNvSpPr>
            <a:spLocks noGrp="1"/>
          </p:cNvSpPr>
          <p:nvPr>
            <p:ph type="subTitle" idx="1"/>
          </p:nvPr>
        </p:nvSpPr>
        <p:spPr bwMode="auto">
          <a:xfrm flipH="0" flipV="0">
            <a:off x="390524" y="2774156"/>
            <a:ext cx="8468699" cy="1245393"/>
          </a:xfrm>
        </p:spPr>
        <p:txBody>
          <a:bodyPr/>
          <a:lstStyle>
            <a:lvl1pPr marL="0" indent="0" algn="l">
              <a:buNone/>
              <a:defRPr sz="2800">
                <a:solidFill>
                  <a:srgbClr val="8DAE10"/>
                </a:solidFill>
              </a:defRPr>
            </a:lvl1pPr>
            <a:lvl2pPr marL="457200" indent="0" algn="l">
              <a:buNone/>
              <a:defRPr sz="2400">
                <a:solidFill>
                  <a:srgbClr val="8DAE10"/>
                </a:solidFill>
              </a:defRPr>
            </a:lvl2pPr>
            <a:lvl3pPr marL="914400" indent="0" algn="l">
              <a:buNone/>
              <a:defRPr sz="2200">
                <a:solidFill>
                  <a:srgbClr val="8DAE10"/>
                </a:solidFill>
              </a:defRPr>
            </a:lvl3pPr>
            <a:lvl4pPr marL="1371600" indent="0" algn="l">
              <a:buNone/>
              <a:defRPr sz="2000">
                <a:solidFill>
                  <a:srgbClr val="8DAE10"/>
                </a:solidFill>
              </a:defRPr>
            </a:lvl4pPr>
            <a:lvl5pPr marL="1828800" indent="0" algn="l">
              <a:buNone/>
              <a:defRPr sz="2000">
                <a:solidFill>
                  <a:srgbClr val="8DAE10"/>
                </a:solidFill>
              </a:defRPr>
            </a:lvl5pPr>
            <a:lvl6pPr marL="2286000" indent="0" algn="l">
              <a:buNone/>
              <a:defRPr sz="2000">
                <a:solidFill>
                  <a:srgbClr val="8DAE10"/>
                </a:solidFill>
              </a:defRPr>
            </a:lvl6pPr>
            <a:lvl7pPr marL="2743200" indent="0" algn="l">
              <a:buNone/>
              <a:defRPr sz="2000">
                <a:solidFill>
                  <a:srgbClr val="8DAE10"/>
                </a:solidFill>
              </a:defRPr>
            </a:lvl7pPr>
            <a:lvl8pPr marL="3200400" indent="0" algn="l">
              <a:buNone/>
              <a:defRPr sz="2000">
                <a:solidFill>
                  <a:srgbClr val="8DAE10"/>
                </a:solidFill>
              </a:defRPr>
            </a:lvl8pPr>
            <a:lvl9pPr marL="3657600" indent="0" algn="l">
              <a:buNone/>
              <a:defRPr sz="2000">
                <a:solidFill>
                  <a:srgbClr val="8DAE10"/>
                </a:solidFill>
              </a:defRPr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US"/>
          </a:p>
        </p:txBody>
      </p:sp>
      <p:pic>
        <p:nvPicPr>
          <p:cNvPr id="1749027021" name=""/>
          <p:cNvPicPr>
            <a:picLocks noChangeAspect="1"/>
          </p:cNvPicPr>
          <p:nvPr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 bwMode="auto">
          <a:xfrm flipH="0" flipV="0">
            <a:off x="8811562" y="6228746"/>
            <a:ext cx="3133273" cy="290341"/>
          </a:xfrm>
          <a:prstGeom prst="rect">
            <a:avLst/>
          </a:prstGeom>
        </p:spPr>
      </p:pic>
      <p:sp>
        <p:nvSpPr>
          <p:cNvPr id="734105882" name=""/>
          <p:cNvSpPr txBox="1"/>
          <p:nvPr/>
        </p:nvSpPr>
        <p:spPr bwMode="auto">
          <a:xfrm rot="0" flipH="0" flipV="0">
            <a:off x="390523" y="5695767"/>
            <a:ext cx="7451660" cy="8233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>
                <a:latin typeface="RubFlama Light"/>
                <a:ea typeface="RubFlama Light"/>
                <a:cs typeface="RubFlama Light"/>
              </a:rPr>
              <a:t>www.trusthlt.org</a:t>
            </a:r>
            <a:endParaRPr sz="1600">
              <a:latin typeface="RubFlama Light"/>
              <a:cs typeface="RubFlama Light"/>
            </a:endParaRPr>
          </a:p>
          <a:p>
            <a:pPr>
              <a:defRPr/>
            </a:pPr>
            <a:r>
              <a:rPr sz="1600">
                <a:latin typeface="RubFlama Light"/>
                <a:ea typeface="RubFlama Light"/>
                <a:cs typeface="RubFlama Light"/>
              </a:rPr>
              <a:t>Chair of Trustworthy Human Language Technologies (TrustHLT)</a:t>
            </a:r>
            <a:endParaRPr sz="1600">
              <a:latin typeface="RubFlama Light"/>
              <a:ea typeface="RubFlama Light"/>
              <a:cs typeface="RubFlama Light"/>
            </a:endParaRPr>
          </a:p>
          <a:p>
            <a:pPr>
              <a:defRPr/>
            </a:pPr>
            <a:r>
              <a:rPr sz="1600">
                <a:latin typeface="RubFlama Light"/>
                <a:ea typeface="RubFlama Light"/>
                <a:cs typeface="RubFlama Light"/>
              </a:rPr>
              <a:t>Ruhr University Bochu &amp; Research Center Trustworthy Data Science and Security</a:t>
            </a:r>
            <a:endParaRPr sz="1600">
              <a:latin typeface="RubFlama Light"/>
              <a:cs typeface="RubFlama Light"/>
            </a:endParaRPr>
          </a:p>
        </p:txBody>
      </p:sp>
      <p:pic>
        <p:nvPicPr>
          <p:cNvPr id="1948865148" name=""/>
          <p:cNvPicPr>
            <a:picLocks noChangeAspect="1"/>
          </p:cNvPicPr>
          <p:nvPr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 bwMode="auto">
          <a:xfrm flipH="0" flipV="0">
            <a:off x="9397716" y="5452062"/>
            <a:ext cx="2547119" cy="487410"/>
          </a:xfrm>
          <a:prstGeom prst="rect">
            <a:avLst/>
          </a:prstGeom>
        </p:spPr>
      </p:pic>
      <p:pic>
        <p:nvPicPr>
          <p:cNvPr id="1803868891" name=""/>
          <p:cNvPicPr>
            <a:picLocks noChangeAspect="1"/>
          </p:cNvPicPr>
          <p:nvPr/>
        </p:nvPicPr>
        <p:blipFill rotWithShape="1"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/>
        </p:blipFill>
        <p:spPr bwMode="auto">
          <a:xfrm flipH="0" flipV="0">
            <a:off x="9597351" y="4314825"/>
            <a:ext cx="2347483" cy="77152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9735681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536011906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356496205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Dr. John Doe: Mid term talk</a:t>
            </a:r>
            <a:endParaRPr/>
          </a:p>
        </p:txBody>
      </p:sp>
      <p:sp>
        <p:nvSpPr>
          <p:cNvPr id="1595788754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  <p:sp>
        <p:nvSpPr>
          <p:cNvPr id="1625357895" name="Content Placeholder 7"/>
          <p:cNvSpPr>
            <a:spLocks noGrp="1"/>
          </p:cNvSpPr>
          <p:nvPr>
            <p:ph sz="quarter"/>
          </p:nvPr>
        </p:nvSpPr>
        <p:spPr bwMode="auto">
          <a:xfrm rot="0" flipH="0" flipV="0">
            <a:off x="8811599" y="991377"/>
            <a:ext cx="3086205" cy="5295122"/>
          </a:xfrm>
        </p:spPr>
        <p:txBody>
          <a:bodyPr/>
          <a:lstStyle>
            <a:lvl1pPr>
              <a:defRPr sz="14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65000"/>
                    <a:lumOff val="35000"/>
                  </a:schemeClr>
                </a:solidFill>
              </a:defRPr>
            </a:lvl2pPr>
            <a:lvl3pPr>
              <a:defRPr sz="1000">
                <a:solidFill>
                  <a:schemeClr val="tx1">
                    <a:lumMod val="65000"/>
                    <a:lumOff val="35000"/>
                  </a:schemeClr>
                </a:solidFill>
              </a:defRPr>
            </a:lvl3pPr>
            <a:lvl4pPr>
              <a:defRPr sz="900">
                <a:solidFill>
                  <a:schemeClr val="tx1">
                    <a:lumMod val="65000"/>
                    <a:lumOff val="35000"/>
                  </a:schemeClr>
                </a:solidFill>
              </a:defRPr>
            </a:lvl4pPr>
            <a:lvl5pPr>
              <a:defRPr sz="900">
                <a:solidFill>
                  <a:schemeClr val="tx1">
                    <a:lumMod val="65000"/>
                    <a:lumOff val="35000"/>
                  </a:schemeClr>
                </a:solidFill>
              </a:defRPr>
            </a:lvl5pPr>
            <a:lvl6pPr>
              <a:defRPr sz="900">
                <a:solidFill>
                  <a:schemeClr val="tx1">
                    <a:lumMod val="65000"/>
                    <a:lumOff val="35000"/>
                  </a:schemeClr>
                </a:solidFill>
              </a:defRPr>
            </a:lvl6pPr>
            <a:lvl7pPr>
              <a:defRPr sz="900">
                <a:solidFill>
                  <a:schemeClr val="tx1">
                    <a:lumMod val="65000"/>
                    <a:lumOff val="35000"/>
                  </a:schemeClr>
                </a:solidFill>
              </a:defRPr>
            </a:lvl7pPr>
            <a:lvl8pPr>
              <a:defRPr sz="900">
                <a:solidFill>
                  <a:schemeClr val="tx1">
                    <a:lumMod val="65000"/>
                    <a:lumOff val="35000"/>
                  </a:schemeClr>
                </a:solidFill>
              </a:defRPr>
            </a:lvl8pPr>
            <a:lvl9pPr>
              <a:defRPr sz="900">
                <a:solidFill>
                  <a:schemeClr val="tx1">
                    <a:lumMod val="65000"/>
                    <a:lumOff val="35000"/>
                  </a:schemeClr>
                </a:solidFill>
              </a:defRPr>
            </a:lvl9pPr>
          </a:lstStyle>
          <a:p>
            <a:pPr marL="0" lvl="0" indent="0">
              <a:buFont typeface="Arial"/>
              <a:buNone/>
              <a:defRPr/>
            </a:pPr>
            <a:r>
              <a:rPr/>
              <a:t>Place for references</a:t>
            </a:r>
            <a:endParaRPr/>
          </a:p>
        </p:txBody>
      </p:sp>
      <p:sp>
        <p:nvSpPr>
          <p:cNvPr id="860788252" name=""/>
          <p:cNvSpPr txBox="1"/>
          <p:nvPr/>
        </p:nvSpPr>
        <p:spPr bwMode="auto">
          <a:xfrm rot="0" flipH="0" flipV="0">
            <a:off x="7204059" y="6433682"/>
            <a:ext cx="321508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>
                <a:latin typeface="RubFlama Light"/>
                <a:ea typeface="RubFlama Light"/>
                <a:cs typeface="RubFlama Light"/>
              </a:rPr>
              <a:t>TrustHLT </a:t>
            </a:r>
            <a:r>
              <a:rPr sz="1600">
                <a:latin typeface="RubFlama Light"/>
                <a:ea typeface="RubFlama Light"/>
                <a:cs typeface="RubFlama Light"/>
              </a:rPr>
              <a:t>—</a:t>
            </a:r>
            <a:r>
              <a:rPr sz="1600">
                <a:latin typeface="RubFlama Light"/>
                <a:ea typeface="RubFlama Light"/>
                <a:cs typeface="RubFlama Light"/>
              </a:rPr>
              <a:t> Prof. Dr. Ivan Habernal</a:t>
            </a:r>
            <a:endParaRPr sz="1600">
              <a:latin typeface="RubFlama Light"/>
              <a:cs typeface="RubFlama Light"/>
            </a:endParaRPr>
          </a:p>
        </p:txBody>
      </p:sp>
      <p:pic>
        <p:nvPicPr>
          <p:cNvPr id="373867255" name=""/>
          <p:cNvPicPr>
            <a:picLocks noChangeAspect="1"/>
          </p:cNvPicPr>
          <p:nvPr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 bwMode="auto">
          <a:xfrm>
            <a:off x="10481581" y="6418938"/>
            <a:ext cx="1543050" cy="295274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20790111" name="Title Placeholder 1"/>
          <p:cNvSpPr>
            <a:spLocks noGrp="1"/>
          </p:cNvSpPr>
          <p:nvPr>
            <p:ph type="title"/>
          </p:nvPr>
        </p:nvSpPr>
        <p:spPr bwMode="auto">
          <a:xfrm flipH="0" flipV="0">
            <a:off x="294194" y="306808"/>
            <a:ext cx="11603611" cy="54849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 sz="3000" b="1">
                <a:solidFill>
                  <a:srgbClr val="003860"/>
                </a:solidFill>
                <a:latin typeface="RubFlama"/>
                <a:ea typeface="RubFlama"/>
                <a:cs typeface="RubFlama"/>
              </a:defRPr>
            </a:lvl1pPr>
            <a:lvl2pPr>
              <a:defRPr sz="3000" b="1">
                <a:solidFill>
                  <a:srgbClr val="003860"/>
                </a:solidFill>
                <a:latin typeface="RubFlama"/>
                <a:ea typeface="RubFlama"/>
                <a:cs typeface="RubFlama"/>
              </a:defRPr>
            </a:lvl2pPr>
            <a:lvl3pPr>
              <a:defRPr sz="3000" b="1">
                <a:solidFill>
                  <a:srgbClr val="003860"/>
                </a:solidFill>
                <a:latin typeface="RubFlama"/>
                <a:ea typeface="RubFlama"/>
                <a:cs typeface="RubFlama"/>
              </a:defRPr>
            </a:lvl3pPr>
            <a:lvl4pPr>
              <a:defRPr sz="3000" b="1">
                <a:solidFill>
                  <a:srgbClr val="003860"/>
                </a:solidFill>
                <a:latin typeface="RubFlama"/>
                <a:ea typeface="RubFlama"/>
                <a:cs typeface="RubFlama"/>
              </a:defRPr>
            </a:lvl4pPr>
            <a:lvl5pPr>
              <a:defRPr sz="3000" b="1">
                <a:solidFill>
                  <a:srgbClr val="003860"/>
                </a:solidFill>
                <a:latin typeface="RubFlama"/>
                <a:ea typeface="RubFlama"/>
                <a:cs typeface="RubFlama"/>
              </a:defRPr>
            </a:lvl5pPr>
            <a:lvl6pPr>
              <a:defRPr sz="3000" b="1">
                <a:solidFill>
                  <a:srgbClr val="003860"/>
                </a:solidFill>
                <a:latin typeface="RubFlama"/>
                <a:ea typeface="RubFlama"/>
                <a:cs typeface="RubFlama"/>
              </a:defRPr>
            </a:lvl6pPr>
            <a:lvl7pPr>
              <a:defRPr sz="3000" b="1">
                <a:solidFill>
                  <a:srgbClr val="003860"/>
                </a:solidFill>
                <a:latin typeface="RubFlama"/>
                <a:ea typeface="RubFlama"/>
                <a:cs typeface="RubFlama"/>
              </a:defRPr>
            </a:lvl7pPr>
            <a:lvl8pPr>
              <a:defRPr sz="3000" b="1">
                <a:solidFill>
                  <a:srgbClr val="003860"/>
                </a:solidFill>
                <a:latin typeface="RubFlama"/>
                <a:ea typeface="RubFlama"/>
                <a:cs typeface="RubFlama"/>
              </a:defRPr>
            </a:lvl8pPr>
            <a:lvl9pPr>
              <a:defRPr sz="3000" b="1">
                <a:solidFill>
                  <a:srgbClr val="003860"/>
                </a:solidFill>
                <a:latin typeface="RubFlama"/>
                <a:ea typeface="RubFlama"/>
                <a:cs typeface="RubFlama"/>
              </a:defRPr>
            </a:lvl9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75338585" name="Text Placeholder 2"/>
          <p:cNvSpPr>
            <a:spLocks noGrp="1"/>
          </p:cNvSpPr>
          <p:nvPr>
            <p:ph type="body" idx="1"/>
          </p:nvPr>
        </p:nvSpPr>
        <p:spPr bwMode="auto">
          <a:xfrm flipH="0" flipV="0">
            <a:off x="294194" y="991377"/>
            <a:ext cx="8412630" cy="52951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 sz="2400">
                <a:latin typeface="RubFlama Light"/>
                <a:ea typeface="RubFlama Light"/>
                <a:cs typeface="RubFlama Light"/>
              </a:defRPr>
            </a:lvl1pPr>
            <a:lvl2pPr>
              <a:defRPr sz="2200">
                <a:latin typeface="RubFlama Light"/>
                <a:ea typeface="RubFlama Light"/>
                <a:cs typeface="RubFlama Light"/>
              </a:defRPr>
            </a:lvl2pPr>
            <a:lvl3pPr>
              <a:defRPr sz="1800">
                <a:latin typeface="RubFlama Light"/>
                <a:ea typeface="RubFlama Light"/>
                <a:cs typeface="RubFlama Light"/>
              </a:defRPr>
            </a:lvl3pPr>
            <a:lvl4pPr>
              <a:defRPr sz="1600">
                <a:latin typeface="RubFlama Light"/>
                <a:ea typeface="RubFlama Light"/>
                <a:cs typeface="RubFlama Light"/>
              </a:defRPr>
            </a:lvl4pPr>
            <a:lvl5pPr>
              <a:defRPr sz="1600">
                <a:latin typeface="RubFlama Light"/>
                <a:ea typeface="RubFlama Light"/>
                <a:cs typeface="RubFlama Light"/>
              </a:defRPr>
            </a:lvl5pPr>
            <a:lvl6pPr>
              <a:defRPr sz="1600">
                <a:latin typeface="RubFlama Light"/>
                <a:ea typeface="RubFlama Light"/>
                <a:cs typeface="RubFlama Light"/>
              </a:defRPr>
            </a:lvl6pPr>
            <a:lvl7pPr>
              <a:defRPr sz="1600">
                <a:latin typeface="RubFlama Light"/>
                <a:ea typeface="RubFlama Light"/>
                <a:cs typeface="RubFlama Light"/>
              </a:defRPr>
            </a:lvl7pPr>
            <a:lvl8pPr>
              <a:defRPr sz="1600">
                <a:latin typeface="RubFlama Light"/>
                <a:ea typeface="RubFlama Light"/>
                <a:cs typeface="RubFlama Light"/>
              </a:defRPr>
            </a:lvl8pPr>
            <a:lvl9pPr>
              <a:defRPr sz="1600">
                <a:latin typeface="RubFlama Light"/>
                <a:ea typeface="RubFlama Light"/>
                <a:cs typeface="RubFlama Light"/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</p:txBody>
      </p:sp>
      <p:sp>
        <p:nvSpPr>
          <p:cNvPr id="1783880911" name="Footer Placeholder 4"/>
          <p:cNvSpPr>
            <a:spLocks noGrp="1"/>
          </p:cNvSpPr>
          <p:nvPr>
            <p:ph type="ftr" sz="quarter" idx="3"/>
          </p:nvPr>
        </p:nvSpPr>
        <p:spPr bwMode="auto">
          <a:xfrm flipH="0" flipV="0">
            <a:off x="905849" y="6418939"/>
            <a:ext cx="6124574" cy="3651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00">
                <a:solidFill>
                  <a:schemeClr val="tx1"/>
                </a:solidFill>
                <a:latin typeface="RubFlama Light"/>
                <a:ea typeface="RubFlama Light"/>
                <a:cs typeface="RubFlama Light"/>
              </a:defRPr>
            </a:lvl1pPr>
            <a:lvl2pPr algn="l">
              <a:defRPr sz="2200">
                <a:solidFill>
                  <a:schemeClr val="tx1"/>
                </a:solidFill>
                <a:latin typeface="RubFlama Light"/>
                <a:ea typeface="RubFlama Light"/>
                <a:cs typeface="RubFlama Light"/>
              </a:defRPr>
            </a:lvl2pPr>
            <a:lvl3pPr algn="l">
              <a:defRPr sz="2200">
                <a:solidFill>
                  <a:schemeClr val="tx1"/>
                </a:solidFill>
                <a:latin typeface="RubFlama Light"/>
                <a:ea typeface="RubFlama Light"/>
                <a:cs typeface="RubFlama Light"/>
              </a:defRPr>
            </a:lvl3pPr>
            <a:lvl4pPr algn="l">
              <a:defRPr sz="2200">
                <a:solidFill>
                  <a:schemeClr val="tx1"/>
                </a:solidFill>
                <a:latin typeface="RubFlama Light"/>
                <a:ea typeface="RubFlama Light"/>
                <a:cs typeface="RubFlama Light"/>
              </a:defRPr>
            </a:lvl4pPr>
            <a:lvl5pPr algn="l">
              <a:defRPr sz="2200">
                <a:solidFill>
                  <a:schemeClr val="tx1"/>
                </a:solidFill>
                <a:latin typeface="RubFlama Light"/>
                <a:ea typeface="RubFlama Light"/>
                <a:cs typeface="RubFlama Light"/>
              </a:defRPr>
            </a:lvl5pPr>
            <a:lvl6pPr algn="l">
              <a:defRPr sz="2200">
                <a:solidFill>
                  <a:schemeClr val="tx1"/>
                </a:solidFill>
                <a:latin typeface="RubFlama Light"/>
                <a:ea typeface="RubFlama Light"/>
                <a:cs typeface="RubFlama Light"/>
              </a:defRPr>
            </a:lvl6pPr>
            <a:lvl7pPr algn="l">
              <a:defRPr sz="2200">
                <a:solidFill>
                  <a:schemeClr val="tx1"/>
                </a:solidFill>
                <a:latin typeface="RubFlama Light"/>
                <a:ea typeface="RubFlama Light"/>
                <a:cs typeface="RubFlama Light"/>
              </a:defRPr>
            </a:lvl7pPr>
            <a:lvl8pPr algn="l">
              <a:defRPr sz="2200">
                <a:solidFill>
                  <a:schemeClr val="tx1"/>
                </a:solidFill>
                <a:latin typeface="RubFlama Light"/>
                <a:ea typeface="RubFlama Light"/>
                <a:cs typeface="RubFlama Light"/>
              </a:defRPr>
            </a:lvl8pPr>
            <a:lvl9pPr algn="l">
              <a:defRPr sz="2200">
                <a:solidFill>
                  <a:schemeClr val="tx1"/>
                </a:solidFill>
                <a:latin typeface="RubFlama Light"/>
                <a:ea typeface="RubFlama Light"/>
                <a:cs typeface="RubFlama Light"/>
              </a:defRPr>
            </a:lvl9pPr>
          </a:lstStyle>
          <a:p>
            <a:pPr>
              <a:defRPr/>
            </a:pPr>
            <a:r>
              <a:rPr/>
              <a:t>Dr. John Doe: Mid term talk</a:t>
            </a:r>
            <a:endParaRPr/>
          </a:p>
        </p:txBody>
      </p:sp>
      <p:sp>
        <p:nvSpPr>
          <p:cNvPr id="1192981498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 flipH="0" flipV="0">
            <a:off x="294194" y="6418939"/>
            <a:ext cx="564030" cy="3651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00">
                <a:solidFill>
                  <a:schemeClr val="tx1"/>
                </a:solidFill>
                <a:latin typeface="RubFlama Light"/>
                <a:ea typeface="RubFlama Light"/>
                <a:cs typeface="RubFlama Light"/>
              </a:defRPr>
            </a:lvl1pPr>
            <a:lvl2pPr algn="l">
              <a:defRPr sz="2200">
                <a:solidFill>
                  <a:schemeClr val="tx1"/>
                </a:solidFill>
                <a:latin typeface="RubFlama Light"/>
                <a:ea typeface="RubFlama Light"/>
                <a:cs typeface="RubFlama Light"/>
              </a:defRPr>
            </a:lvl2pPr>
            <a:lvl3pPr algn="l">
              <a:defRPr sz="2200">
                <a:solidFill>
                  <a:schemeClr val="tx1"/>
                </a:solidFill>
                <a:latin typeface="RubFlama Light"/>
                <a:ea typeface="RubFlama Light"/>
                <a:cs typeface="RubFlama Light"/>
              </a:defRPr>
            </a:lvl3pPr>
            <a:lvl4pPr algn="l">
              <a:defRPr sz="2200">
                <a:solidFill>
                  <a:schemeClr val="tx1"/>
                </a:solidFill>
                <a:latin typeface="RubFlama Light"/>
                <a:ea typeface="RubFlama Light"/>
                <a:cs typeface="RubFlama Light"/>
              </a:defRPr>
            </a:lvl4pPr>
            <a:lvl5pPr algn="l">
              <a:defRPr sz="2200">
                <a:solidFill>
                  <a:schemeClr val="tx1"/>
                </a:solidFill>
                <a:latin typeface="RubFlama Light"/>
                <a:ea typeface="RubFlama Light"/>
                <a:cs typeface="RubFlama Light"/>
              </a:defRPr>
            </a:lvl5pPr>
            <a:lvl6pPr algn="l">
              <a:defRPr sz="2200">
                <a:solidFill>
                  <a:schemeClr val="tx1"/>
                </a:solidFill>
                <a:latin typeface="RubFlama Light"/>
                <a:ea typeface="RubFlama Light"/>
                <a:cs typeface="RubFlama Light"/>
              </a:defRPr>
            </a:lvl6pPr>
            <a:lvl7pPr algn="l">
              <a:defRPr sz="2200">
                <a:solidFill>
                  <a:schemeClr val="tx1"/>
                </a:solidFill>
                <a:latin typeface="RubFlama Light"/>
                <a:ea typeface="RubFlama Light"/>
                <a:cs typeface="RubFlama Light"/>
              </a:defRPr>
            </a:lvl7pPr>
            <a:lvl8pPr algn="l">
              <a:defRPr sz="2200">
                <a:solidFill>
                  <a:schemeClr val="tx1"/>
                </a:solidFill>
                <a:latin typeface="RubFlama Light"/>
                <a:ea typeface="RubFlama Light"/>
                <a:cs typeface="RubFlama Light"/>
              </a:defRPr>
            </a:lvl8pPr>
            <a:lvl9pPr algn="l">
              <a:defRPr sz="2200">
                <a:solidFill>
                  <a:schemeClr val="tx1"/>
                </a:solidFill>
                <a:latin typeface="RubFlama Light"/>
                <a:ea typeface="RubFlama Light"/>
                <a:cs typeface="RubFlama Light"/>
              </a:defRPr>
            </a:lvl9pPr>
          </a:lstStyle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dt="0" ftr="1" hdr="0" sldNum="1"/>
  <p:txStyles>
    <p:titleStyle>
      <a:lvl1pPr algn="l" defTabSz="914400" rtl="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_rels/theme1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New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ONLYOFFICE/9.1.0.173</Application>
  <PresentationFormat>On-screen Show (4:3)</PresentationFormat>
  <Paragraphs>0</Paragraphs>
  <Slides>0</Slides>
  <Notes>0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Theme 1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8</cp:revision>
  <dcterms:modified xsi:type="dcterms:W3CDTF">2025-12-03T15:09:11Z</dcterms:modified>
</cp:coreProperties>
</file>