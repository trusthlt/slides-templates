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7E3016-7367-036F-9702-9247232967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Relationship Id="rId4" Type="http://schemas.openxmlformats.org/officeDocument/2006/relationships/image" Target="../media/image2.png"/><Relationship Id="rId5" Type="http://schemas.openxmlformats.org/officeDocument/2006/relationships/image" Target="../media/media2.svg"/><Relationship Id="rId6" Type="http://schemas.openxmlformats.org/officeDocument/2006/relationships/image" Target="../media/image3.png"/><Relationship Id="rId7" Type="http://schemas.openxmlformats.org/officeDocument/2006/relationships/image" Target="../media/media3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01876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90524" y="369887"/>
            <a:ext cx="8468699" cy="23875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algn="l">
              <a:defRPr sz="4800"/>
            </a:lvl1pPr>
            <a:lvl2pPr algn="l">
              <a:defRPr sz="2800"/>
            </a:lvl2pPr>
            <a:lvl3pPr algn="l">
              <a:defRPr sz="2800"/>
            </a:lvl3pPr>
            <a:lvl4pPr algn="l">
              <a:defRPr sz="2800"/>
            </a:lvl4pPr>
            <a:lvl5pPr algn="l">
              <a:defRPr sz="2800"/>
            </a:lvl5pPr>
            <a:lvl6pPr algn="l">
              <a:defRPr sz="2800"/>
            </a:lvl6pPr>
            <a:lvl7pPr algn="l">
              <a:defRPr sz="2800"/>
            </a:lvl7pPr>
            <a:lvl8pPr algn="l">
              <a:defRPr sz="2800"/>
            </a:lvl8pPr>
            <a:lvl9pPr algn="l">
              <a:defRPr sz="28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34488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90524" y="2774156"/>
            <a:ext cx="8468699" cy="1245393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8DAE10"/>
                </a:solidFill>
              </a:defRPr>
            </a:lvl1pPr>
            <a:lvl2pPr marL="457200" indent="0" algn="l">
              <a:buNone/>
              <a:defRPr sz="2400">
                <a:solidFill>
                  <a:srgbClr val="8DAE10"/>
                </a:solidFill>
              </a:defRPr>
            </a:lvl2pPr>
            <a:lvl3pPr marL="914400" indent="0" algn="l">
              <a:buNone/>
              <a:defRPr sz="2200">
                <a:solidFill>
                  <a:srgbClr val="8DAE10"/>
                </a:solidFill>
              </a:defRPr>
            </a:lvl3pPr>
            <a:lvl4pPr marL="1371600" indent="0" algn="l">
              <a:buNone/>
              <a:defRPr sz="2000">
                <a:solidFill>
                  <a:srgbClr val="8DAE10"/>
                </a:solidFill>
              </a:defRPr>
            </a:lvl4pPr>
            <a:lvl5pPr marL="1828800" indent="0" algn="l">
              <a:buNone/>
              <a:defRPr sz="2000">
                <a:solidFill>
                  <a:srgbClr val="8DAE10"/>
                </a:solidFill>
              </a:defRPr>
            </a:lvl5pPr>
            <a:lvl6pPr marL="2286000" indent="0" algn="l">
              <a:buNone/>
              <a:defRPr sz="2000">
                <a:solidFill>
                  <a:srgbClr val="8DAE10"/>
                </a:solidFill>
              </a:defRPr>
            </a:lvl6pPr>
            <a:lvl7pPr marL="2743200" indent="0" algn="l">
              <a:buNone/>
              <a:defRPr sz="2000">
                <a:solidFill>
                  <a:srgbClr val="8DAE10"/>
                </a:solidFill>
              </a:defRPr>
            </a:lvl7pPr>
            <a:lvl8pPr marL="3200400" indent="0" algn="l">
              <a:buNone/>
              <a:defRPr sz="2000">
                <a:solidFill>
                  <a:srgbClr val="8DAE10"/>
                </a:solidFill>
              </a:defRPr>
            </a:lvl8pPr>
            <a:lvl9pPr marL="3657600" indent="0" algn="l">
              <a:buNone/>
              <a:defRPr sz="2000">
                <a:solidFill>
                  <a:srgbClr val="8DAE10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697586972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 flipH="0" flipV="0">
            <a:off x="8811562" y="6228746"/>
            <a:ext cx="3133273" cy="290341"/>
          </a:xfrm>
          <a:prstGeom prst="rect">
            <a:avLst/>
          </a:prstGeom>
        </p:spPr>
      </p:pic>
      <p:sp>
        <p:nvSpPr>
          <p:cNvPr id="1299570796" name=""/>
          <p:cNvSpPr txBox="1"/>
          <p:nvPr/>
        </p:nvSpPr>
        <p:spPr bwMode="auto">
          <a:xfrm rot="0" flipH="0" flipV="0">
            <a:off x="390522" y="5695767"/>
            <a:ext cx="745201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www.trusthlt.org</a:t>
            </a:r>
            <a:endParaRPr sz="1600">
              <a:latin typeface="RubFlama Light"/>
              <a:cs typeface="RubFlama Light"/>
            </a:endParaRPr>
          </a:p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Chair of Trustworthy Human Language Technologies (TrustHLT)</a:t>
            </a:r>
            <a:endParaRPr sz="1600">
              <a:latin typeface="RubFlama Light"/>
              <a:ea typeface="RubFlama Light"/>
              <a:cs typeface="RubFlama Light"/>
            </a:endParaRPr>
          </a:p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Ruhr University Bochum &amp; Research Center Trustworthy Data Science and Security</a:t>
            </a:r>
            <a:endParaRPr sz="1600">
              <a:latin typeface="RubFlama Light"/>
              <a:cs typeface="RubFlama Light"/>
            </a:endParaRPr>
          </a:p>
        </p:txBody>
      </p:sp>
      <p:pic>
        <p:nvPicPr>
          <p:cNvPr id="157843982" name="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flipH="0" flipV="0">
            <a:off x="9397716" y="5452062"/>
            <a:ext cx="2547119" cy="487410"/>
          </a:xfrm>
          <a:prstGeom prst="rect">
            <a:avLst/>
          </a:prstGeom>
        </p:spPr>
      </p:pic>
      <p:pic>
        <p:nvPicPr>
          <p:cNvPr id="893268523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9597351" y="4314825"/>
            <a:ext cx="2347483" cy="7715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5545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81277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12830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Dr. John Doe: Mid term talk</a:t>
            </a:r>
            <a:endParaRPr/>
          </a:p>
        </p:txBody>
      </p:sp>
      <p:sp>
        <p:nvSpPr>
          <p:cNvPr id="21360396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128165296" name="Content Placeholder 7"/>
          <p:cNvSpPr>
            <a:spLocks noGrp="1"/>
          </p:cNvSpPr>
          <p:nvPr>
            <p:ph sz="quarter"/>
          </p:nvPr>
        </p:nvSpPr>
        <p:spPr bwMode="auto">
          <a:xfrm rot="0" flipH="0" flipV="0">
            <a:off x="8811599" y="991377"/>
            <a:ext cx="3086205" cy="5295122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7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7pPr>
            <a:lvl8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marL="0" lvl="0" indent="0">
              <a:buFont typeface="Arial"/>
              <a:buNone/>
              <a:defRPr/>
            </a:pPr>
            <a:r>
              <a:rPr/>
              <a:t>Place for references</a:t>
            </a:r>
            <a:endParaRPr/>
          </a:p>
        </p:txBody>
      </p:sp>
      <p:sp>
        <p:nvSpPr>
          <p:cNvPr id="1488645621" name=""/>
          <p:cNvSpPr txBox="1"/>
          <p:nvPr/>
        </p:nvSpPr>
        <p:spPr bwMode="auto">
          <a:xfrm rot="0" flipH="0" flipV="0">
            <a:off x="7204059" y="6433682"/>
            <a:ext cx="321508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TrustHLT </a:t>
            </a:r>
            <a:r>
              <a:rPr sz="1600">
                <a:latin typeface="RubFlama Light"/>
                <a:ea typeface="RubFlama Light"/>
                <a:cs typeface="RubFlama Light"/>
              </a:rPr>
              <a:t>—</a:t>
            </a:r>
            <a:r>
              <a:rPr sz="1600">
                <a:latin typeface="RubFlama Light"/>
                <a:ea typeface="RubFlama Light"/>
                <a:cs typeface="RubFlama Light"/>
              </a:rPr>
              <a:t> Prof. Dr. Ivan Habernal</a:t>
            </a:r>
            <a:endParaRPr sz="1600">
              <a:latin typeface="RubFlama Light"/>
              <a:cs typeface="RubFlama Light"/>
            </a:endParaRPr>
          </a:p>
        </p:txBody>
      </p:sp>
      <p:pic>
        <p:nvPicPr>
          <p:cNvPr id="362227265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481581" y="6418938"/>
            <a:ext cx="1543050" cy="2952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880989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294194" y="306808"/>
            <a:ext cx="11603611" cy="548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1pPr>
            <a:lvl2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2pPr>
            <a:lvl3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3pPr>
            <a:lvl4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4pPr>
            <a:lvl5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5pPr>
            <a:lvl6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6pPr>
            <a:lvl7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7pPr>
            <a:lvl8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8pPr>
            <a:lvl9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660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94194" y="991377"/>
            <a:ext cx="8412630" cy="5295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latin typeface="RubFlama Light"/>
                <a:ea typeface="RubFlama Light"/>
                <a:cs typeface="RubFlama Light"/>
              </a:defRPr>
            </a:lvl1pPr>
            <a:lvl2pPr>
              <a:defRPr sz="2200">
                <a:latin typeface="RubFlama Light"/>
                <a:ea typeface="RubFlama Light"/>
                <a:cs typeface="RubFlama Light"/>
              </a:defRPr>
            </a:lvl2pPr>
            <a:lvl3pPr>
              <a:defRPr sz="1800">
                <a:latin typeface="RubFlama Light"/>
                <a:ea typeface="RubFlama Light"/>
                <a:cs typeface="RubFlama Light"/>
              </a:defRPr>
            </a:lvl3pPr>
            <a:lvl4pPr>
              <a:defRPr sz="1600">
                <a:latin typeface="RubFlama Light"/>
                <a:ea typeface="RubFlama Light"/>
                <a:cs typeface="RubFlama Light"/>
              </a:defRPr>
            </a:lvl4pPr>
            <a:lvl5pPr>
              <a:defRPr sz="1600">
                <a:latin typeface="RubFlama Light"/>
                <a:ea typeface="RubFlama Light"/>
                <a:cs typeface="RubFlama Light"/>
              </a:defRPr>
            </a:lvl5pPr>
            <a:lvl6pPr>
              <a:defRPr sz="1600">
                <a:latin typeface="RubFlama Light"/>
                <a:ea typeface="RubFlama Light"/>
                <a:cs typeface="RubFlama Light"/>
              </a:defRPr>
            </a:lvl6pPr>
            <a:lvl7pPr>
              <a:defRPr sz="1600">
                <a:latin typeface="RubFlama Light"/>
                <a:ea typeface="RubFlama Light"/>
                <a:cs typeface="RubFlama Light"/>
              </a:defRPr>
            </a:lvl7pPr>
            <a:lvl8pPr>
              <a:defRPr sz="1600">
                <a:latin typeface="RubFlama Light"/>
                <a:ea typeface="RubFlama Light"/>
                <a:cs typeface="RubFlama Light"/>
              </a:defRPr>
            </a:lvl8pPr>
            <a:lvl9pPr>
              <a:defRPr sz="1600">
                <a:latin typeface="RubFlama Light"/>
                <a:ea typeface="RubFlama Light"/>
                <a:cs typeface="RubFlama Light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</p:txBody>
      </p:sp>
      <p:sp>
        <p:nvSpPr>
          <p:cNvPr id="242629574" name="Footer Placeholder 4"/>
          <p:cNvSpPr>
            <a:spLocks noGrp="1"/>
          </p:cNvSpPr>
          <p:nvPr>
            <p:ph type="ftr" sz="quarter" idx="3"/>
          </p:nvPr>
        </p:nvSpPr>
        <p:spPr bwMode="auto">
          <a:xfrm flipH="0" flipV="0">
            <a:off x="905849" y="6418939"/>
            <a:ext cx="6124574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1pPr>
            <a:lvl2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2pPr>
            <a:lvl3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3pPr>
            <a:lvl4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4pPr>
            <a:lvl5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5pPr>
            <a:lvl6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6pPr>
            <a:lvl7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7pPr>
            <a:lvl8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8pPr>
            <a:lvl9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9pPr>
          </a:lstStyle>
          <a:p>
            <a:pPr>
              <a:defRPr/>
            </a:pPr>
            <a:r>
              <a:rPr/>
              <a:t>Dr. John Doe: Mid term talk</a:t>
            </a:r>
            <a:endParaRPr/>
          </a:p>
        </p:txBody>
      </p:sp>
      <p:sp>
        <p:nvSpPr>
          <p:cNvPr id="11638129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 flipH="0" flipV="0">
            <a:off x="294194" y="6418939"/>
            <a:ext cx="56403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1pPr>
            <a:lvl2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2pPr>
            <a:lvl3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3pPr>
            <a:lvl4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4pPr>
            <a:lvl5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5pPr>
            <a:lvl6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6pPr>
            <a:lvl7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7pPr>
            <a:lvl8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8pPr>
            <a:lvl9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06085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90523" y="369886"/>
            <a:ext cx="8468698" cy="2387598"/>
          </a:xfrm>
        </p:spPr>
        <p:txBody>
          <a:bodyPr/>
          <a:lstStyle>
            <a:lvl1pPr algn="l">
              <a:defRPr sz="4800"/>
            </a:lvl1pPr>
            <a:lvl2pPr algn="l">
              <a:defRPr sz="2800"/>
            </a:lvl2pPr>
            <a:lvl3pPr algn="l">
              <a:defRPr sz="2800"/>
            </a:lvl3pPr>
            <a:lvl4pPr algn="l">
              <a:defRPr sz="2800"/>
            </a:lvl4pPr>
            <a:lvl5pPr algn="l">
              <a:defRPr sz="2800"/>
            </a:lvl5pPr>
            <a:lvl6pPr algn="l">
              <a:defRPr sz="2800"/>
            </a:lvl6pPr>
            <a:lvl7pPr algn="l">
              <a:defRPr sz="2800"/>
            </a:lvl7pPr>
            <a:lvl8pPr algn="l">
              <a:defRPr sz="2800"/>
            </a:lvl8pPr>
            <a:lvl9pPr algn="l"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51013021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90523" y="2774155"/>
            <a:ext cx="8468698" cy="1245393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8DAE10"/>
                </a:solidFill>
              </a:defRPr>
            </a:lvl1pPr>
            <a:lvl2pPr marL="457200" indent="0" algn="l">
              <a:buNone/>
              <a:defRPr sz="2400">
                <a:solidFill>
                  <a:srgbClr val="8DAE10"/>
                </a:solidFill>
              </a:defRPr>
            </a:lvl2pPr>
            <a:lvl3pPr marL="914400" indent="0" algn="l">
              <a:buNone/>
              <a:defRPr sz="2200">
                <a:solidFill>
                  <a:srgbClr val="8DAE10"/>
                </a:solidFill>
              </a:defRPr>
            </a:lvl3pPr>
            <a:lvl4pPr marL="1371600" indent="0" algn="l">
              <a:buNone/>
              <a:defRPr sz="2000">
                <a:solidFill>
                  <a:srgbClr val="8DAE10"/>
                </a:solidFill>
              </a:defRPr>
            </a:lvl4pPr>
            <a:lvl5pPr marL="1828800" indent="0" algn="l">
              <a:buNone/>
              <a:defRPr sz="2000">
                <a:solidFill>
                  <a:srgbClr val="8DAE10"/>
                </a:solidFill>
              </a:defRPr>
            </a:lvl5pPr>
            <a:lvl6pPr marL="2286000" indent="0" algn="l">
              <a:buNone/>
              <a:defRPr sz="2000">
                <a:solidFill>
                  <a:srgbClr val="8DAE10"/>
                </a:solidFill>
              </a:defRPr>
            </a:lvl6pPr>
            <a:lvl7pPr marL="2743200" indent="0" algn="l">
              <a:buNone/>
              <a:defRPr sz="2000">
                <a:solidFill>
                  <a:srgbClr val="8DAE10"/>
                </a:solidFill>
              </a:defRPr>
            </a:lvl7pPr>
            <a:lvl8pPr marL="3200400" indent="0" algn="l">
              <a:buNone/>
              <a:defRPr sz="2000">
                <a:solidFill>
                  <a:srgbClr val="8DAE10"/>
                </a:solidFill>
              </a:defRPr>
            </a:lvl8pPr>
            <a:lvl9pPr marL="3657600" indent="0" algn="l">
              <a:buNone/>
              <a:defRPr sz="2000">
                <a:solidFill>
                  <a:srgbClr val="8DAE10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2026-03-05T14:37:45Z</dcterms:modified>
</cp:coreProperties>
</file>